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7.bmp" ContentType="image/bmp"/>
  <Override PartName="/ppt/media/image6.png" ContentType="image/png"/>
  <Override PartName="/ppt/media/image10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878A4-640C-4600-A2A3-CED2590C58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88AE19-4862-4D7D-813D-8404AB63F3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8DAD27-35F2-4039-A65F-5676CCE1373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bmp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35600" y="1371600"/>
            <a:ext cx="2536200" cy="185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HAL_TIM_Base_Start_IT(&amp;htim1); HAL_TIM_Base_Start_IT(&amp;htim2); HAL_TIM_Base_Start_IT(&amp;htim3);</a:t>
            </a:r>
            <a:endParaRPr b="0" lang="en-US" sz="1000" spc="-1" strike="noStrike">
              <a:solidFill>
                <a:srgbClr val="000000"/>
              </a:solidFill>
              <a:latin typeface="Consolas"/>
            </a:endParaRPr>
          </a:p>
          <a:p>
            <a:r>
              <a:rPr b="0" lang="zh-CN" sz="1000" spc="-1" strike="noStrike">
                <a:solidFill>
                  <a:srgbClr val="000000"/>
                </a:solidFill>
                <a:latin typeface="Consolas"/>
              </a:rPr>
              <a:t>타이머 </a:t>
            </a: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LED </a:t>
            </a:r>
            <a:r>
              <a:rPr b="0" lang="zh-CN" sz="1000" spc="-1" strike="noStrike">
                <a:solidFill>
                  <a:srgbClr val="000000"/>
                </a:solidFill>
                <a:latin typeface="Consolas"/>
              </a:rPr>
              <a:t>코드 및 사진</a:t>
            </a:r>
            <a:endParaRPr b="0" lang="en-US" sz="1000" spc="-1" strike="noStrike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81240" y="171720"/>
            <a:ext cx="3276360" cy="119988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3657600" y="228600"/>
            <a:ext cx="4572000" cy="164160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 txBox="1"/>
          <p:nvPr/>
        </p:nvSpPr>
        <p:spPr>
          <a:xfrm>
            <a:off x="4114800" y="1938600"/>
            <a:ext cx="8653320" cy="263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/* USER CODE BEGIN 4 */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void HAL_TIM_PeriodElapsedCallback(TIM_HandleTypeDef *htim){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if(htim-&gt;Instance==TIM1){ //1ms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  HAL_GPIO_TogglePin(PA9_TIM1_HARRY_GPIO_Port, PA9_TIM1_HARRY_Pin);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}  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if(htim-&gt;Instance==TIM2){ // 2ms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  HAL_GPIO_TogglePin(PA8_TIM2_HARRY_GPIO_Port, PA8_TIM2_HARRY_Pin);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}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if(htim-&gt;Instance==TIM3){ // 100ms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  HAL_GPIO_TogglePin(PB10_TIM3_HARRY_GPIO_Port, PB10_TIM3_HARRY_Pin);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  } 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}</a:t>
            </a:r>
            <a:br>
              <a:rPr sz="1000"/>
            </a:br>
            <a:r>
              <a:rPr b="0" lang="en-US" sz="1000" spc="-1" strike="noStrike">
                <a:solidFill>
                  <a:srgbClr val="000000"/>
                </a:solidFill>
                <a:latin typeface="Consolas"/>
              </a:rPr>
              <a:t>/* USER CODE END 4 */</a:t>
            </a:r>
            <a:endParaRPr b="0" lang="en-US" sz="1000" spc="-1" strike="noStrike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3" name="" descr=""/>
          <p:cNvPicPr/>
          <p:nvPr/>
        </p:nvPicPr>
        <p:blipFill>
          <a:blip r:embed="rId3"/>
          <a:stretch/>
        </p:blipFill>
        <p:spPr>
          <a:xfrm>
            <a:off x="419760" y="2743200"/>
            <a:ext cx="3466440" cy="2599920"/>
          </a:xfrm>
          <a:prstGeom prst="rect">
            <a:avLst/>
          </a:prstGeom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4"/>
          <a:stretch/>
        </p:blipFill>
        <p:spPr>
          <a:xfrm>
            <a:off x="7085160" y="3886200"/>
            <a:ext cx="2973240" cy="178380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5"/>
          <a:stretch/>
        </p:blipFill>
        <p:spPr>
          <a:xfrm>
            <a:off x="4113360" y="3886920"/>
            <a:ext cx="2961000" cy="177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4108680" y="1828800"/>
            <a:ext cx="6148440" cy="7520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중간에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</a:rPr>
              <a:t>(</a:t>
            </a: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또는 시작할 때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</a:rPr>
              <a:t>) Scaler </a:t>
            </a: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변수를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</a:rPr>
              <a:t>1</a:t>
            </a: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에서 </a:t>
            </a:r>
            <a:br>
              <a:rPr sz="1800"/>
            </a:b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다른 숫자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</a:rPr>
              <a:t>N</a:t>
            </a: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으로 변경할 시 주기가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</a:rPr>
              <a:t>N</a:t>
            </a:r>
            <a:r>
              <a:rPr b="0" lang="zh-CN" sz="1800" spc="-1" strike="noStrike">
                <a:solidFill>
                  <a:srgbClr val="000000"/>
                </a:solidFill>
                <a:latin typeface="Consolas"/>
              </a:rPr>
              <a:t>배가 되도록 작성해보았음</a:t>
            </a:r>
            <a:endParaRPr b="0" lang="en-US" sz="1800" spc="-1" strike="noStrike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4016520" y="2660400"/>
            <a:ext cx="3755880" cy="236880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6879960" y="196200"/>
            <a:ext cx="2721240" cy="16326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3"/>
          <a:stretch/>
        </p:blipFill>
        <p:spPr>
          <a:xfrm>
            <a:off x="3886200" y="186840"/>
            <a:ext cx="2736720" cy="1641960"/>
          </a:xfrm>
          <a:prstGeom prst="rect">
            <a:avLst/>
          </a:prstGeom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6622920" y="914400"/>
            <a:ext cx="235080" cy="0"/>
          </a:xfrm>
          <a:prstGeom prst="line">
            <a:avLst/>
          </a:prstGeom>
          <a:ln w="73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21" name="" descr=""/>
          <p:cNvPicPr/>
          <p:nvPr/>
        </p:nvPicPr>
        <p:blipFill>
          <a:blip r:embed="rId4"/>
          <a:stretch/>
        </p:blipFill>
        <p:spPr>
          <a:xfrm>
            <a:off x="228600" y="130680"/>
            <a:ext cx="3129480" cy="375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1173600" y="359280"/>
            <a:ext cx="4279320" cy="444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2025-09-30T12:58:34Z</dcterms:created>
  <dc:creator/>
  <dc:description/>
  <dc:language>en-US</dc:language>
  <cp:lastModifiedBy/>
  <dcterms:modified xsi:type="dcterms:W3CDTF">2025-09-30T13:43:47Z</dcterms:modified>
  <cp:revision>28</cp:revision>
  <dc:subject/>
  <dc:title/>
</cp:coreProperties>
</file>