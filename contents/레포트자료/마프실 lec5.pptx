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6BA35CE-85FA-4C18-BCC3-6BD21730531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0C6086B-75EB-47A2-86C7-E284C40C61D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257A505A-30C3-41C9-A4BC-879DAE3175CF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" descr=""/>
          <p:cNvPicPr/>
          <p:nvPr/>
        </p:nvPicPr>
        <p:blipFill>
          <a:blip r:embed="rId1"/>
          <a:stretch/>
        </p:blipFill>
        <p:spPr>
          <a:xfrm>
            <a:off x="183600" y="668880"/>
            <a:ext cx="7086240" cy="3495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" descr=""/>
          <p:cNvPicPr/>
          <p:nvPr/>
        </p:nvPicPr>
        <p:blipFill>
          <a:blip r:embed="rId1"/>
          <a:stretch/>
        </p:blipFill>
        <p:spPr>
          <a:xfrm>
            <a:off x="457200" y="45360"/>
            <a:ext cx="5945040" cy="566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" descr=""/>
          <p:cNvPicPr/>
          <p:nvPr/>
        </p:nvPicPr>
        <p:blipFill>
          <a:blip r:embed="rId1"/>
          <a:stretch/>
        </p:blipFill>
        <p:spPr>
          <a:xfrm>
            <a:off x="164520" y="945000"/>
            <a:ext cx="7124400" cy="2943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2025-09-30T12:58:34Z</dcterms:created>
  <dc:creator/>
  <dc:description/>
  <dc:language>en-US</dc:language>
  <cp:lastModifiedBy/>
  <dcterms:modified xsi:type="dcterms:W3CDTF">2025-10-15T21:56:54Z</dcterms:modified>
  <cp:revision>33</cp:revision>
  <dc:subject/>
  <dc:title/>
</cp:coreProperties>
</file>